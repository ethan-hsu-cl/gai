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4694"/>
  </p:normalViewPr>
  <p:slideViewPr>
    <p:cSldViewPr snapToGrid="0">
      <p:cViewPr varScale="1">
        <p:scale>
          <a:sx n="121" d="100"/>
          <a:sy n="121" d="100"/>
        </p:scale>
        <p:origin x="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6417E-267F-B340-921F-2BE1F4386BD8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446AA-A127-F549-A244-F01593167156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4371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7D4B-7531-78BF-F7BE-DA38F2D78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8ADEA-034D-FA0A-AC15-0C768F86A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D241-A9AA-BDE3-7FBD-1F15B639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467A2-49C5-C7B0-FE41-D542BBD0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3C42A-B7D1-D231-1E51-F0F3977F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4244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661C-86B0-B01C-AAAB-5B60D4E9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9963-267C-40C6-0EF3-D32DF3879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A9886-DA3E-FCEC-FB58-5E0ED48B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CFB6-8263-CF7F-DF5B-6893C3E7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EC46-F827-A76F-6E3C-E19563C5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7528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E987F-1C97-5F59-FFA2-9FCC480B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07C44-3A27-B420-450A-B9560D152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6B0C5-3077-F0D3-D9BA-83DFA837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298B3-1BFA-C1A8-D94D-9CF938AF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0CE5-53E5-A014-026A-5F977D46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6128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E9E1-1CF0-8E95-5A73-BE4AF1C2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6FE8-BDFD-4922-8466-9549263F8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0F4C8-0ABB-8CC2-36CA-99BD6E7E2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6209E-323B-9444-92C8-069FDC48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A3AC2-0299-BC01-9CFB-CC5AF331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D4CAC-CDEF-B3F9-2223-874AE4E1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8748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9C4A-0EBD-3456-ECA2-2D2C4277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3508E-9FF5-270D-386B-95DD64CD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12250-A2BE-C4FB-D766-2922B5C5F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02167-1E97-4B2C-AF42-6F85FAA6A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0661E-59F1-7F98-EE97-E4F140F2E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721B-0343-A9B1-974F-4D162AAA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E67C2-41FB-E87F-5055-7DE10A27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5A9A3-08ED-3A0B-B6C8-08833DFE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9581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4ED7-FE8A-EB8A-E252-38A21F6B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CB4AC-4C0A-260E-41BB-06B98ECD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8D733-823C-0455-FF28-32A0500D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F7385-9495-5358-F283-33593D51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9768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30985" y="1174068"/>
            <a:ext cx="4500000" cy="45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61012" y="1174068"/>
            <a:ext cx="4500000" cy="45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2157255" y="634519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7987282" y="634519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4A494-C0C7-8878-B544-87FFE8BDC9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98943" y="5754688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93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2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6298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96000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1122567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5072269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1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33282729-C90A-EB5F-8FDD-DEE881A3C4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45702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17014-C687-6440-FC4C-1A76F0509D4D}"/>
              </a:ext>
            </a:extLst>
          </p:cNvPr>
          <p:cNvSpPr txBox="1"/>
          <p:nvPr userDrawn="1"/>
        </p:nvSpPr>
        <p:spPr>
          <a:xfrm>
            <a:off x="9021972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177551F-BC40-CABB-0F47-7C9F674E53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3930" y="5484816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FB7F9A9-B1EA-4633-BB37-D956F69D50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33633" y="5493171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823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EE21C-D2EE-492C-F8AA-C4A97C92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574AF-C071-2B62-DA0A-1D3FBF31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1AA43-3DD9-4EF4-0495-7A4F5E41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8041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FD3D-7BE8-DE3D-9378-C053E570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D970-8D0A-3F82-010A-FE256E401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AAA45-5432-3E9D-295D-E9008705D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22F0B-FCFC-1C91-7679-D9722706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3F7D3-4614-C0E4-876B-5D4B2793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99A4-E67E-9B85-3AA0-CDE7E14F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4561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25FA-CD51-1644-09E5-3C0D770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A0F26-C655-6F71-3495-C166E6BBE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7FD00-9F2D-FB21-8AB7-13763FF65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1FA26-2151-E1DA-08EE-14E97C67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E4433-318F-DCC0-0AB6-7D60605D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20A11-545F-6280-0C95-CC1A51F8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55826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50DF-4A70-9427-260C-42861BD9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CC8D0-C205-77B3-7CAD-A021C70D4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04E3-41D2-26C9-ABB7-B679952B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F590A-00B5-C252-679C-031AC270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726AB-79DF-84A7-0608-5AA97D3A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09383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30ABA-8983-DAD5-DA74-428B84AA8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04A44-EA1B-D36F-B829-868755D06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1B05C-8CE1-BFB1-042A-8D041A77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100A3-39F5-2397-5750-00A83CB7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BF446-3B12-2DF8-21E5-3103F941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2596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02E04-30AC-FD8F-9607-E67BCD8F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428FA-CBFA-0A81-B065-021137ADF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74A79-DA3C-49D9-0534-D06DC5A2C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D0293-567E-49FE-D0D0-D6A21AC0C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38E22-1773-32E7-FA3B-98239BCF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6624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61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4.3:8000/kling/" TargetMode="External"/><Relationship Id="rId2" Type="http://schemas.openxmlformats.org/officeDocument/2006/relationships/hyperlink" Target="https://docs.google.com/presentation/d/1XWNZTaJEY5niX1Mv3e-Bg-Xd7Bg8hxU8SmS983GwmRQ/edit?slide=id.g36bb2741813_0_197&amp;pli=1#slide=id.g36bb2741813_0_19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B482-A0C3-13E3-DDF6-016A9C24DF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TW" dirty="0"/>
              <a:t>[mmdd] Kling 2.1</a:t>
            </a:r>
            <a:br>
              <a:rPr lang="en-TW" dirty="0"/>
            </a:br>
            <a:r>
              <a:rPr lang="en-TW" sz="4000" dirty="0"/>
              <a:t>Style</a:t>
            </a:r>
            <a:endParaRPr lang="en-T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37DBF-2F58-414C-D585-76B9A46D98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W" dirty="0"/>
              <a:t>Design: </a:t>
            </a:r>
            <a:r>
              <a:rPr lang="en-TW" dirty="0">
                <a:hlinkClick r:id="rId2"/>
              </a:rPr>
              <a:t>Link</a:t>
            </a:r>
            <a:endParaRPr lang="en-TW" dirty="0"/>
          </a:p>
          <a:p>
            <a:r>
              <a:rPr lang="en-TW" dirty="0"/>
              <a:t>Testbed: </a:t>
            </a:r>
            <a:r>
              <a:rPr lang="en-US" dirty="0">
                <a:hlinkClick r:id="rId3"/>
              </a:rPr>
              <a:t>http://192.168.4.3:8000/kling</a:t>
            </a:r>
            <a:r>
              <a:rPr lang="en-US">
                <a:hlinkClick r:id="rId3"/>
              </a:rPr>
              <a:t>/</a:t>
            </a:r>
            <a:r>
              <a:rPr lang="en-US"/>
              <a:t> </a:t>
            </a:r>
            <a:endParaRPr lang="en-TW" dirty="0"/>
          </a:p>
          <a:p>
            <a:r>
              <a:rPr lang="en-TW" dirty="0"/>
              <a:t>Source + Video: Link</a:t>
            </a:r>
          </a:p>
        </p:txBody>
      </p:sp>
    </p:spTree>
    <p:extLst>
      <p:ext uri="{BB962C8B-B14F-4D97-AF65-F5344CB8AC3E}">
        <p14:creationId xmlns:p14="http://schemas.microsoft.com/office/powerpoint/2010/main" val="387135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FF22-C34A-BBFE-4BA8-274A20D9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Executive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B5FF7C-257D-5CB6-069C-C46B8EEBA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059934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79654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488322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759611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1381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49828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Pass符合prompt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Pass不合prompt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Note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PM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Comment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32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63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14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538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8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671C-2097-16EB-D5E2-52639A18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3A195-F9B2-FA53-5328-5C503288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8629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1751DC-0CF9-BEAD-E72D-87BB8E52D4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7A8A1-B87F-EA9B-7A12-C73D9C897F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8014A-C576-99A3-8996-07D47F9E27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2482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84E63813-6C2A-354C-AD38-B6F2FF7B246F}" vid="{7765E285-DAB2-A14F-8195-B08D4B7B00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Macintosh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[mmdd] Kling 2.1 Style</vt:lpstr>
      <vt:lpstr>Executive 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Hsu</dc:creator>
  <cp:lastModifiedBy>Ethan Hsu</cp:lastModifiedBy>
  <cp:revision>2</cp:revision>
  <dcterms:created xsi:type="dcterms:W3CDTF">2025-08-12T02:08:36Z</dcterms:created>
  <dcterms:modified xsi:type="dcterms:W3CDTF">2025-10-02T02:03:06Z</dcterms:modified>
</cp:coreProperties>
</file>