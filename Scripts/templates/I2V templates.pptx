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74"/>
    <p:restoredTop sz="94694"/>
  </p:normalViewPr>
  <p:slideViewPr>
    <p:cSldViewPr snapToGrid="0">
      <p:cViewPr varScale="1">
        <p:scale>
          <a:sx n="113" d="100"/>
          <a:sy n="113" d="100"/>
        </p:scale>
        <p:origin x="200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D6417E-267F-B340-921F-2BE1F4386BD8}" type="datetimeFigureOut">
              <a:rPr lang="en-TW" smtClean="0"/>
              <a:t>2025/10/17</a:t>
            </a:fld>
            <a:endParaRPr lang="en-TW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W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8446AA-A127-F549-A244-F01593167156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743715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F7D4B-7531-78BF-F7BE-DA38F2D786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F8ADEA-034D-FA0A-AC15-0C768F86A9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Click to edit Master subtitle style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AD241-A9AA-BDE3-7FBD-1F15B6393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2025/10/17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467A2-49C5-C7B0-FE41-D542BBD04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D3C42A-B7D1-D231-1E51-F0F3977FD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642441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F661C-86B0-B01C-AAAB-5B60D4E9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49963-267C-40C6-0EF3-D32DF38795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DA9886-DA3E-FCEC-FB58-5E0ED48BA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2025/10/17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CCFB6-8263-CF7F-DF5B-6893C3E72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DEC46-F827-A76F-6E3C-E19563C5A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875286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E987F-1C97-5F59-FFA2-9FCC480B6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F07C44-3A27-B420-450A-B9560D1526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6B0C5-3077-F0D3-D9BA-83DFA837E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2025/10/17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298B3-1BFA-C1A8-D94D-9CF938AFA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520CE5-53E5-A014-026A-5F977D462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61288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1E9E1-1CF0-8E95-5A73-BE4AF1C2F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46FE8-BDFD-4922-8466-9549263F8B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80F4C8-0ABB-8CC2-36CA-99BD6E7E21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F6209E-323B-9444-92C8-069FDC486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2025/10/17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2A3AC2-0299-BC01-9CFB-CC5AF331F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CD4CAC-CDEF-B3F9-2223-874AE4E19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387484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39C4A-0EBD-3456-ECA2-2D2C42774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3508E-9FF5-270D-386B-95DD64CD35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B12250-A2BE-C4FB-D766-2922B5C5FF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202167-1E97-4B2C-AF42-6F85FAA6A6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70661E-59F1-7F98-EE97-E4F140F2EE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32721B-0343-A9B1-974F-4D162AAAB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2025/10/17</a:t>
            </a:fld>
            <a:endParaRPr lang="en-TW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1E67C2-41FB-E87F-5055-7DE10A27C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C5A9A3-08ED-3A0B-B6C8-08833DFEC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95816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14ED7-FE8A-EB8A-E252-38A21F6B4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ECB4AC-4C0A-260E-41BB-06B98ECD5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2025/10/17</a:t>
            </a:fld>
            <a:endParaRPr lang="en-TW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8D733-823C-0455-FF28-32A0500D1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CF7385-9495-5358-F283-33593D51C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397685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E8BF300-A528-84CA-47B5-86F02223089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52399" y="773778"/>
            <a:ext cx="5760000" cy="576000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4249084F-ABD7-93EB-C7EC-7CEC0DEBE6E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79602" y="773778"/>
            <a:ext cx="5760000" cy="5760000"/>
          </a:xfrm>
        </p:spPr>
        <p:txBody>
          <a:bodyPr/>
          <a:lstStyle/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en-TW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AB3D13-2921-BF91-D33C-26C1270D8F6D}"/>
              </a:ext>
            </a:extLst>
          </p:cNvPr>
          <p:cNvSpPr txBox="1"/>
          <p:nvPr userDrawn="1"/>
        </p:nvSpPr>
        <p:spPr>
          <a:xfrm>
            <a:off x="5178287" y="0"/>
            <a:ext cx="917713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TW" dirty="0"/>
              <a:t>Source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55972D-6928-8C34-2022-4F219941989D}"/>
              </a:ext>
            </a:extLst>
          </p:cNvPr>
          <p:cNvSpPr txBox="1"/>
          <p:nvPr userDrawn="1"/>
        </p:nvSpPr>
        <p:spPr>
          <a:xfrm>
            <a:off x="6096001" y="0"/>
            <a:ext cx="917714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TW" dirty="0"/>
              <a:t>Video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64A494-C0C7-8878-B544-87FFE8BDC9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44862" y="-11668"/>
            <a:ext cx="4970330" cy="762000"/>
          </a:xfr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rgbClr val="FF0000"/>
                </a:solidFill>
              </a:defRPr>
            </a:lvl1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27938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2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E8BF300-A528-84CA-47B5-86F02223089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6298" y="1629000"/>
            <a:ext cx="3600000" cy="360000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4249084F-ABD7-93EB-C7EC-7CEC0DEBE6E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96000" y="1629000"/>
            <a:ext cx="3600000" cy="360000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AB3D13-2921-BF91-D33C-26C1270D8F6D}"/>
              </a:ext>
            </a:extLst>
          </p:cNvPr>
          <p:cNvSpPr txBox="1"/>
          <p:nvPr userDrawn="1"/>
        </p:nvSpPr>
        <p:spPr>
          <a:xfrm>
            <a:off x="1122567" y="1003851"/>
            <a:ext cx="204746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TW" dirty="0"/>
              <a:t>Source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55972D-6928-8C34-2022-4F219941989D}"/>
              </a:ext>
            </a:extLst>
          </p:cNvPr>
          <p:cNvSpPr txBox="1"/>
          <p:nvPr userDrawn="1"/>
        </p:nvSpPr>
        <p:spPr>
          <a:xfrm>
            <a:off x="5072269" y="1003851"/>
            <a:ext cx="204746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TW" dirty="0"/>
              <a:t>Video 1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33282729-C90A-EB5F-8FDD-DEE881A3C43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245702" y="1629000"/>
            <a:ext cx="3600000" cy="360000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A17014-C687-6440-FC4C-1A76F0509D4D}"/>
              </a:ext>
            </a:extLst>
          </p:cNvPr>
          <p:cNvSpPr txBox="1"/>
          <p:nvPr userDrawn="1"/>
        </p:nvSpPr>
        <p:spPr>
          <a:xfrm>
            <a:off x="9021972" y="1003851"/>
            <a:ext cx="204746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TW" dirty="0"/>
              <a:t>Video 2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5177551F-BC40-CABB-0F47-7C9F674E53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83930" y="5484816"/>
            <a:ext cx="2624138" cy="1103312"/>
          </a:xfr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rgbClr val="FF0000"/>
                </a:solidFill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AFB7F9A9-B1EA-4633-BB37-D956F69D50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733633" y="5493171"/>
            <a:ext cx="2624138" cy="1103312"/>
          </a:xfr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rgbClr val="FF0000"/>
                </a:solidFill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8234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4EE21C-D2EE-492C-F8AA-C4A97C921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2025/10/17</a:t>
            </a:fld>
            <a:endParaRPr lang="en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6574AF-C071-2B62-DA0A-1D3FBF311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21AA43-3DD9-4EF4-0495-7A4F5E410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280412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AFD3D-7BE8-DE3D-9378-C053E5700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CD970-8D0A-3F82-010A-FE256E4013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6AAA45-5432-3E9D-295D-E9008705DD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22F0B-FCFC-1C91-7679-D97227064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2025/10/17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23F7D3-4614-C0E4-876B-5D4B2793E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9999A4-E67E-9B85-3AA0-CDE7E14FA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745610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F25FA-CD51-1644-09E5-3C0D7709C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9A0F26-C655-6F71-3495-C166E6BBEC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07FD00-9F2D-FB21-8AB7-13763FF650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71FA26-2151-E1DA-08EE-14E97C676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2025/10/17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7E4433-318F-DCC0-0AB6-7D60605DF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020A11-545F-6280-0C95-CC1A51F81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5558269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350DF-4A70-9427-260C-42861BD99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ACC8D0-C205-77B3-7CAD-A021C70D45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E04E3-41D2-26C9-ABB7-B679952BD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2025/10/17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F590A-00B5-C252-679C-031AC2702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3726AB-79DF-84A7-0608-5AA97D3AA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4093833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430ABA-8983-DAD5-DA74-428B84AA86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C04A44-EA1B-D36F-B829-868755D06E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1B05C-8CE1-BFB1-042A-8D041A77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2025/10/17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D100A3-39F5-2397-5750-00A83CB71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BF446-3B12-2DF8-21E5-3103F9416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325963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C02E04-30AC-FD8F-9607-E67BCD8FC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8428FA-CBFA-0A81-B065-021137ADF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74A79-DA3C-49D9-0534-D06DC5A2C6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18B556-6596-E04A-9A94-BF47DB4EF23C}" type="datetimeFigureOut">
              <a:rPr lang="en-TW" smtClean="0"/>
              <a:t>2025/10/17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D0293-567E-49FE-D0D0-D6A21AC0CB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338E22-1773-32E7-FA3B-98239BCFA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066246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0" r:id="rId7"/>
    <p:sldLayoutId id="2147483661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192.168.4.3:8000/kling/" TargetMode="External"/><Relationship Id="rId2" Type="http://schemas.openxmlformats.org/officeDocument/2006/relationships/hyperlink" Target="https://docs.google.com/presentation/d/1XWNZTaJEY5niX1Mv3e-Bg-Xd7Bg8hxU8SmS983GwmRQ/edit?slide=id.g36bb2741813_0_197&amp;pli=1#slide=id.g36bb2741813_0_197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BB482-A0C3-13E3-DDF6-016A9C24DF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TW" dirty="0"/>
              <a:t>[mmdd] Kling 2.1</a:t>
            </a:r>
            <a:br>
              <a:rPr lang="en-TW" dirty="0"/>
            </a:br>
            <a:r>
              <a:rPr lang="en-TW" sz="4000" dirty="0"/>
              <a:t>Style</a:t>
            </a:r>
            <a:endParaRPr lang="en-TW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037DBF-2F58-414C-D585-76B9A46D98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TW" dirty="0"/>
              <a:t>Design: </a:t>
            </a:r>
            <a:r>
              <a:rPr lang="en-TW" dirty="0">
                <a:hlinkClick r:id="rId2"/>
              </a:rPr>
              <a:t>Link</a:t>
            </a:r>
            <a:endParaRPr lang="en-TW" dirty="0"/>
          </a:p>
          <a:p>
            <a:r>
              <a:rPr lang="en-TW" dirty="0"/>
              <a:t>Testbed: </a:t>
            </a:r>
            <a:r>
              <a:rPr lang="en-US" dirty="0">
                <a:hlinkClick r:id="rId3"/>
              </a:rPr>
              <a:t>http://192.168.4.3:8000/kling</a:t>
            </a:r>
            <a:r>
              <a:rPr lang="en-US">
                <a:hlinkClick r:id="rId3"/>
              </a:rPr>
              <a:t>/</a:t>
            </a:r>
            <a:r>
              <a:rPr lang="en-US"/>
              <a:t> </a:t>
            </a:r>
            <a:endParaRPr lang="en-TW" dirty="0"/>
          </a:p>
          <a:p>
            <a:r>
              <a:rPr lang="en-TW" dirty="0"/>
              <a:t>Source + Video: Link</a:t>
            </a:r>
          </a:p>
        </p:txBody>
      </p:sp>
    </p:spTree>
    <p:extLst>
      <p:ext uri="{BB962C8B-B14F-4D97-AF65-F5344CB8AC3E}">
        <p14:creationId xmlns:p14="http://schemas.microsoft.com/office/powerpoint/2010/main" val="3871354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BFF22-C34A-BBFE-4BA8-274A20D96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Executive Summary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8B5FF7C-257D-5CB6-069C-C46B8EEBA3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8059934"/>
              </p:ext>
            </p:extLst>
          </p:nvPr>
        </p:nvGraphicFramePr>
        <p:xfrm>
          <a:off x="838200" y="1825625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4796548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64883223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97596113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291381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4498281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TW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/>
                        <a:t>Pass符合prompt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/>
                        <a:t>Pass不合prompt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/>
                        <a:t>Note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/>
                        <a:t>PM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Comment</a:t>
                      </a:r>
                      <a:endParaRPr lang="en-TW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5323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2637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5142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1538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3181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5635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C671C-2097-16EB-D5E2-52639A182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3A195-F9B2-FA53-5328-5C503288F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686293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E1751DC-0CF9-BEAD-E72D-87BB8E52D4A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7A8A1-B87F-EA9B-7A12-C73D9C897FE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68014A-C576-99A3-8996-07D47F9E274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124828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84E63813-6C2A-354C-AD38-B6F2FF7B246F}" vid="{7765E285-DAB2-A14F-8195-B08D4B7B003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34</Words>
  <Application>Microsoft Macintosh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[mmdd] Kling 2.1 Style</vt:lpstr>
      <vt:lpstr>Executive Summary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Hsu</dc:creator>
  <cp:lastModifiedBy>Ethan Hsu</cp:lastModifiedBy>
  <cp:revision>6</cp:revision>
  <dcterms:created xsi:type="dcterms:W3CDTF">2025-08-12T02:08:36Z</dcterms:created>
  <dcterms:modified xsi:type="dcterms:W3CDTF">2025-10-17T08:53:38Z</dcterms:modified>
</cp:coreProperties>
</file>